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1524000" y="440690"/>
            <a:ext cx="9144000" cy="4817110"/>
          </a:xfrm>
        </p:spPr>
        <p:txBody>
          <a:bodyPr/>
          <a:p>
            <a:r>
              <a:rPr lang="zh-CN" altLang="en-US"/>
              <a:t>商品</a:t>
            </a:r>
            <a:r>
              <a:rPr lang="zh-CN" altLang="en-US"/>
              <a:t>名称：教室装饰串旗鱼尾拉旗英语绘本故事彩旗班级环创儿童教具场景布置。</a:t>
            </a:r>
            <a:endParaRPr lang="zh-CN" altLang="en-US"/>
          </a:p>
          <a:p>
            <a:r>
              <a:rPr lang="zh-CN" altLang="en-US"/>
              <a:t>商品链接：</a:t>
            </a:r>
            <a:r>
              <a:rPr lang="en-US" altLang="zh-CN"/>
              <a:t>https://www.gogo198.cn/goods-50487.html</a:t>
            </a:r>
            <a:r>
              <a:rPr lang="zh-CN" altLang="en-US"/>
              <a:t>。</a:t>
            </a:r>
            <a:endParaRPr lang="zh-CN" altLang="en-US"/>
          </a:p>
          <a:p>
            <a:r>
              <a:rPr lang="zh-CN" altLang="en-US"/>
              <a:t>颜色分类</a:t>
            </a:r>
            <a:r>
              <a:rPr lang="en-US" altLang="zh-CN"/>
              <a:t>:20</a:t>
            </a:r>
            <a:r>
              <a:rPr lang="zh-CN" altLang="en-US"/>
              <a:t>张卡片</a:t>
            </a:r>
            <a:r>
              <a:rPr lang="en-US" altLang="zh-CN"/>
              <a:t>+1</a:t>
            </a:r>
            <a:r>
              <a:rPr lang="zh-CN" altLang="en-US"/>
              <a:t>根绳子，库存：</a:t>
            </a:r>
            <a:r>
              <a:rPr lang="en-US" altLang="zh-CN"/>
              <a:t>200</a:t>
            </a:r>
            <a:r>
              <a:rPr lang="zh-CN" altLang="en-US"/>
              <a:t>，价格：</a:t>
            </a:r>
            <a:r>
              <a:rPr lang="en-US" altLang="zh-CN"/>
              <a:t>CNY 19.9</a:t>
            </a:r>
            <a:r>
              <a:rPr lang="zh-CN" altLang="en-US"/>
              <a:t>。</a:t>
            </a:r>
            <a:endParaRPr lang="zh-CN" altLang="en-US"/>
          </a:p>
          <a:p>
            <a:r>
              <a:rPr lang="zh-CN" altLang="en-US"/>
              <a:t>颜色分类</a:t>
            </a:r>
            <a:r>
              <a:rPr lang="en-US" altLang="zh-CN"/>
              <a:t>:</a:t>
            </a:r>
            <a:r>
              <a:rPr lang="zh-CN" altLang="en-US"/>
              <a:t>好饿的毛毛虫彩旗</a:t>
            </a:r>
            <a:r>
              <a:rPr lang="en-US" altLang="zh-CN"/>
              <a:t>+1</a:t>
            </a:r>
            <a:r>
              <a:rPr lang="zh-CN" altLang="en-US"/>
              <a:t>根绳子</a:t>
            </a:r>
            <a:r>
              <a:rPr lang="zh-CN" altLang="en-US">
                <a:sym typeface="+mn-ea"/>
              </a:rPr>
              <a:t>，库存：</a:t>
            </a:r>
            <a:r>
              <a:rPr lang="en-US" altLang="zh-CN">
                <a:sym typeface="+mn-ea"/>
              </a:rPr>
              <a:t>200</a:t>
            </a:r>
            <a:r>
              <a:rPr lang="zh-CN" altLang="en-US">
                <a:sym typeface="+mn-ea"/>
              </a:rPr>
              <a:t>，价格：</a:t>
            </a:r>
            <a:r>
              <a:rPr lang="en-US" altLang="zh-CN">
                <a:sym typeface="+mn-ea"/>
              </a:rPr>
              <a:t>CNY 19.9</a:t>
            </a:r>
            <a:r>
              <a:rPr lang="zh-CN" altLang="en-US">
                <a:sym typeface="+mn-ea"/>
              </a:rPr>
              <a:t>。</a:t>
            </a:r>
            <a:endParaRPr lang="zh-CN" altLang="en-US"/>
          </a:p>
          <a:p>
            <a:r>
              <a:rPr lang="zh-CN" altLang="en-US"/>
              <a:t>颜色分类</a:t>
            </a:r>
            <a:r>
              <a:rPr lang="en-US" altLang="zh-CN"/>
              <a:t>:1</a:t>
            </a:r>
            <a:r>
              <a:rPr lang="zh-CN" altLang="en-US"/>
              <a:t>套</a:t>
            </a:r>
            <a:r>
              <a:rPr lang="en-US" altLang="zh-CN"/>
              <a:t>20</a:t>
            </a:r>
            <a:r>
              <a:rPr lang="zh-CN" altLang="en-US"/>
              <a:t>张卡片</a:t>
            </a:r>
            <a:r>
              <a:rPr lang="en-US" altLang="zh-CN"/>
              <a:t>+1</a:t>
            </a:r>
            <a:r>
              <a:rPr lang="zh-CN" altLang="en-US"/>
              <a:t>根绳子</a:t>
            </a:r>
            <a:r>
              <a:rPr lang="en-US" altLang="zh-CN"/>
              <a:t> </a:t>
            </a:r>
            <a:r>
              <a:rPr lang="zh-CN" altLang="en-US"/>
              <a:t>新款上市</a:t>
            </a:r>
            <a:r>
              <a:rPr lang="zh-CN" altLang="en-US">
                <a:sym typeface="+mn-ea"/>
              </a:rPr>
              <a:t>，库存：</a:t>
            </a:r>
            <a:r>
              <a:rPr lang="en-US" altLang="zh-CN">
                <a:sym typeface="+mn-ea"/>
              </a:rPr>
              <a:t>200</a:t>
            </a:r>
            <a:r>
              <a:rPr lang="zh-CN" altLang="en-US">
                <a:sym typeface="+mn-ea"/>
              </a:rPr>
              <a:t>，价格：</a:t>
            </a:r>
            <a:r>
              <a:rPr lang="en-US" altLang="zh-CN">
                <a:sym typeface="+mn-ea"/>
              </a:rPr>
              <a:t>CNY 19.9</a:t>
            </a:r>
            <a:r>
              <a:rPr lang="zh-CN" altLang="en-US">
                <a:sym typeface="+mn-ea"/>
              </a:rPr>
              <a:t>。</a:t>
            </a:r>
            <a:endParaRPr lang="zh-CN" altLang="en-US"/>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196</Words>
  <Application>WPS 演示</Application>
  <PresentationFormat>宽屏</PresentationFormat>
  <Paragraphs>6</Paragraphs>
  <Slides>1</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vt:i4>
      </vt:variant>
    </vt:vector>
  </HeadingPairs>
  <TitlesOfParts>
    <vt:vector size="8" baseType="lpstr">
      <vt:lpstr>Arial</vt:lpstr>
      <vt:lpstr>宋体</vt:lpstr>
      <vt:lpstr>Wingdings</vt:lpstr>
      <vt:lpstr>Arial Unicode MS</vt:lpstr>
      <vt:lpstr>Calibri</vt:lpstr>
      <vt:lpstr>微软雅黑</vt:lpstr>
      <vt:lpstr>WPS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gogo</dc:creator>
  <cp:lastModifiedBy>ssl</cp:lastModifiedBy>
  <cp:revision>5</cp:revision>
  <dcterms:created xsi:type="dcterms:W3CDTF">2023-08-09T12:44:00Z</dcterms:created>
  <dcterms:modified xsi:type="dcterms:W3CDTF">2025-09-29T09:49:21Z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0FFB374EF87741258E9EC42A4DEF22FC_13</vt:lpwstr>
  </property>
</Properties>
</file>